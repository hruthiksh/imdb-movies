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Inter Extra-Light" panose="020B0604020202020204" charset="0"/>
      <p:regular r:id="rId17"/>
    </p:embeddedFont>
    <p:embeddedFont>
      <p:font typeface="Poppins Light" panose="00000400000000000000" pitchFamily="2" charset="0"/>
      <p:regular r:id="rId18"/>
    </p:embeddedFont>
    <p:embeddedFont>
      <p:font typeface="Poppins Medium" panose="00000600000000000000" pitchFamily="2" charset="0"/>
      <p:regular r:id="rId19"/>
    </p:embeddedFont>
    <p:embeddedFont>
      <p:font typeface="Tw Cen MT" panose="020B0602020104020603" pitchFamily="34" charset="0"/>
      <p:regular r:id="rId20"/>
      <p:bold r:id="rId21"/>
      <p:italic r:id="rId22"/>
      <p:boldItalic r:id="rId2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6" d="100"/>
          <a:sy n="66" d="100"/>
        </p:scale>
        <p:origin x="1014"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Title 1"/>
          <p:cNvSpPr>
            <a:spLocks noGrp="1"/>
          </p:cNvSpPr>
          <p:nvPr>
            <p:ph type="ctrTitle"/>
          </p:nvPr>
        </p:nvSpPr>
        <p:spPr>
          <a:xfrm>
            <a:off x="2626518" y="1951178"/>
            <a:ext cx="13034964" cy="3763820"/>
          </a:xfrm>
        </p:spPr>
        <p:txBody>
          <a:bodyPr anchor="b">
            <a:normAutofit/>
          </a:bodyPr>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2626518" y="5829301"/>
            <a:ext cx="13034964" cy="2057399"/>
          </a:xfrm>
        </p:spPr>
        <p:txBody>
          <a:bodyPr>
            <a:normAutofit/>
          </a:bodyPr>
          <a:lstStyle>
            <a:lvl1pPr marL="0" indent="0" algn="ctr">
              <a:buNone/>
              <a:defRPr sz="3300">
                <a:solidFill>
                  <a:schemeClr val="bg1">
                    <a:lumMod val="50000"/>
                  </a:schemeClr>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66525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1370661" y="3550639"/>
            <a:ext cx="15545739" cy="51361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93501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Title 1"/>
          <p:cNvSpPr>
            <a:spLocks noGrp="1"/>
          </p:cNvSpPr>
          <p:nvPr>
            <p:ph type="title"/>
          </p:nvPr>
        </p:nvSpPr>
        <p:spPr>
          <a:xfrm>
            <a:off x="1370661" y="1242845"/>
            <a:ext cx="15527628" cy="4105229"/>
          </a:xfrm>
        </p:spPr>
        <p:txBody>
          <a:bodyPr anchor="b">
            <a:normAutofit/>
          </a:bodyPr>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1370661" y="5486186"/>
            <a:ext cx="15527628" cy="2052275"/>
          </a:xfrm>
        </p:spPr>
        <p:txBody>
          <a:bodyPr>
            <a:normAutofit/>
          </a:bodyPr>
          <a:lstStyle>
            <a:lvl1pPr marL="0" indent="0" algn="ctr">
              <a:buNone/>
              <a:defRPr sz="3000">
                <a:solidFill>
                  <a:schemeClr val="bg1">
                    <a:lumMod val="50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82099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4" name="Title 1"/>
          <p:cNvSpPr>
            <a:spLocks noGrp="1"/>
          </p:cNvSpPr>
          <p:nvPr>
            <p:ph type="title"/>
          </p:nvPr>
        </p:nvSpPr>
        <p:spPr>
          <a:xfrm>
            <a:off x="1370663" y="927776"/>
            <a:ext cx="15546677" cy="2394266"/>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1370661" y="3550639"/>
            <a:ext cx="7659039" cy="51361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9258300" y="3550639"/>
            <a:ext cx="7658100" cy="51361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83903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4" name="Title 1"/>
          <p:cNvSpPr>
            <a:spLocks noGrp="1"/>
          </p:cNvSpPr>
          <p:nvPr>
            <p:ph type="title"/>
          </p:nvPr>
        </p:nvSpPr>
        <p:spPr>
          <a:xfrm>
            <a:off x="1370663" y="927776"/>
            <a:ext cx="15546677" cy="239426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719492" y="3556527"/>
            <a:ext cx="7310211" cy="1019991"/>
          </a:xfrm>
        </p:spPr>
        <p:txBody>
          <a:bodyPr anchor="b">
            <a:noAutofit/>
          </a:bodyPr>
          <a:lstStyle>
            <a:lvl1pPr marL="0" indent="0">
              <a:lnSpc>
                <a:spcPct val="85000"/>
              </a:lnSpc>
              <a:buNone/>
              <a:defRPr sz="3900" b="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2" name="Content Placeholder 3"/>
          <p:cNvSpPr>
            <a:spLocks noGrp="1"/>
          </p:cNvSpPr>
          <p:nvPr>
            <p:ph sz="quarter" idx="13"/>
          </p:nvPr>
        </p:nvSpPr>
        <p:spPr>
          <a:xfrm>
            <a:off x="1370662" y="4576519"/>
            <a:ext cx="7659041" cy="41102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594635" y="3556527"/>
            <a:ext cx="7322706" cy="1019991"/>
          </a:xfrm>
        </p:spPr>
        <p:txBody>
          <a:bodyPr anchor="b">
            <a:noAutofit/>
          </a:bodyPr>
          <a:lstStyle>
            <a:lvl1pPr marL="0" indent="0">
              <a:lnSpc>
                <a:spcPct val="85000"/>
              </a:lnSpc>
              <a:buNone/>
              <a:defRPr sz="3900" b="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3" name="Content Placeholder 5"/>
          <p:cNvSpPr>
            <a:spLocks noGrp="1"/>
          </p:cNvSpPr>
          <p:nvPr>
            <p:ph sz="quarter" idx="14"/>
          </p:nvPr>
        </p:nvSpPr>
        <p:spPr>
          <a:xfrm>
            <a:off x="9258301" y="4576519"/>
            <a:ext cx="7658102" cy="41102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35178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79920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Date Placeholder 1"/>
          <p:cNvSpPr>
            <a:spLocks noGrp="1"/>
          </p:cNvSpPr>
          <p:nvPr>
            <p:ph type="dt" sz="half" idx="10"/>
          </p:nvPr>
        </p:nvSpPr>
        <p:spPr/>
        <p:txBody>
          <a:bodyPr/>
          <a:lstStyle/>
          <a:p>
            <a:fld id="{1D8BD707-D9CF-40AE-B4C6-C98DA3205C09}" type="datetimeFigureOut">
              <a:rPr lang="en-US" smtClean="0"/>
              <a:pPr/>
              <a:t>1/10/2026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55331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Title 1"/>
          <p:cNvSpPr>
            <a:spLocks noGrp="1"/>
          </p:cNvSpPr>
          <p:nvPr>
            <p:ph type="title"/>
          </p:nvPr>
        </p:nvSpPr>
        <p:spPr>
          <a:xfrm>
            <a:off x="1370663" y="914400"/>
            <a:ext cx="5903532" cy="3034878"/>
          </a:xfrm>
        </p:spPr>
        <p:txBody>
          <a:bodyPr anchor="b"/>
          <a:lstStyle>
            <a:lvl1pPr algn="ctr">
              <a:defRPr sz="4800"/>
            </a:lvl1pPr>
          </a:lstStyle>
          <a:p>
            <a:r>
              <a:rPr lang="en-US"/>
              <a:t>Click to edit Master title style</a:t>
            </a:r>
            <a:endParaRPr lang="en-US" dirty="0"/>
          </a:p>
        </p:txBody>
      </p:sp>
      <p:sp>
        <p:nvSpPr>
          <p:cNvPr id="10" name="Content Placeholder 2"/>
          <p:cNvSpPr>
            <a:spLocks noGrp="1"/>
          </p:cNvSpPr>
          <p:nvPr>
            <p:ph sz="quarter" idx="13"/>
          </p:nvPr>
        </p:nvSpPr>
        <p:spPr>
          <a:xfrm>
            <a:off x="7617094" y="914401"/>
            <a:ext cx="9300245" cy="7772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370662" y="3949278"/>
            <a:ext cx="5903534" cy="4737522"/>
          </a:xfrm>
        </p:spPr>
        <p:txBody>
          <a:bodyPr/>
          <a:lstStyle>
            <a:lvl1pPr marL="0" indent="0" algn="ctr">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292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Title 1"/>
          <p:cNvSpPr>
            <a:spLocks noGrp="1"/>
          </p:cNvSpPr>
          <p:nvPr>
            <p:ph type="title"/>
          </p:nvPr>
        </p:nvSpPr>
        <p:spPr>
          <a:xfrm>
            <a:off x="1370662" y="914400"/>
            <a:ext cx="8902454" cy="3034881"/>
          </a:xfrm>
        </p:spPr>
        <p:txBody>
          <a:bodyPr anchor="b"/>
          <a:lstStyle>
            <a:lvl1pPr algn="ctr">
              <a:defRPr sz="4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137205" y="914402"/>
            <a:ext cx="4883037" cy="77724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370692" y="3949278"/>
            <a:ext cx="8902424" cy="4737521"/>
          </a:xfrm>
        </p:spPr>
        <p:txBody>
          <a:bodyPr/>
          <a:lstStyle>
            <a:lvl1pPr marL="0" indent="0" algn="ctr">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55041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Title 1"/>
          <p:cNvSpPr>
            <a:spLocks noGrp="1"/>
          </p:cNvSpPr>
          <p:nvPr>
            <p:ph type="title"/>
          </p:nvPr>
        </p:nvSpPr>
        <p:spPr>
          <a:xfrm>
            <a:off x="1370691" y="6434061"/>
            <a:ext cx="15546648" cy="1217415"/>
          </a:xfrm>
        </p:spPr>
        <p:txBody>
          <a:bodyPr anchor="b"/>
          <a:lstStyle>
            <a:lvl1pPr>
              <a:defRPr sz="4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77116" y="1047392"/>
            <a:ext cx="14733798" cy="4821204"/>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370661" y="7663092"/>
            <a:ext cx="15546678" cy="1023708"/>
          </a:xfrm>
        </p:spPr>
        <p:txBody>
          <a:bodyPr/>
          <a:lstStyle>
            <a:lvl1pPr marL="0" indent="0" algn="ctr">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40914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Title 1"/>
          <p:cNvSpPr>
            <a:spLocks noGrp="1"/>
          </p:cNvSpPr>
          <p:nvPr>
            <p:ph type="title"/>
          </p:nvPr>
        </p:nvSpPr>
        <p:spPr>
          <a:xfrm>
            <a:off x="1370661" y="914399"/>
            <a:ext cx="15546678" cy="5140868"/>
          </a:xfrm>
        </p:spPr>
        <p:txBody>
          <a:bodyPr anchor="ct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1370663" y="6307232"/>
            <a:ext cx="15546678" cy="2379570"/>
          </a:xfrm>
        </p:spPr>
        <p:txBody>
          <a:bodyPr anchor="ctr"/>
          <a:lstStyle>
            <a:lvl1pPr marL="0" indent="0" algn="ctr">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702175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Title 1"/>
          <p:cNvSpPr>
            <a:spLocks noGrp="1"/>
          </p:cNvSpPr>
          <p:nvPr>
            <p:ph type="title"/>
          </p:nvPr>
        </p:nvSpPr>
        <p:spPr>
          <a:xfrm>
            <a:off x="2169318" y="914400"/>
            <a:ext cx="13954128" cy="4489356"/>
          </a:xfrm>
        </p:spPr>
        <p:txBody>
          <a:bodyPr anchor="ctr"/>
          <a:lstStyle>
            <a:lvl1pP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2580967" y="5415048"/>
            <a:ext cx="13128449" cy="892182"/>
          </a:xfrm>
        </p:spPr>
        <p:txBody>
          <a:bodyPr anchor="t">
            <a:normAutofit/>
          </a:bodyPr>
          <a:lstStyle>
            <a:lvl1pPr marL="0" indent="0">
              <a:buNone/>
              <a:defRPr sz="21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4" name="Text Placeholder 3"/>
          <p:cNvSpPr>
            <a:spLocks noGrp="1"/>
          </p:cNvSpPr>
          <p:nvPr>
            <p:ph type="body" sz="half" idx="2"/>
          </p:nvPr>
        </p:nvSpPr>
        <p:spPr>
          <a:xfrm>
            <a:off x="1370661" y="6559195"/>
            <a:ext cx="15546678" cy="2131580"/>
          </a:xfrm>
        </p:spPr>
        <p:txBody>
          <a:bodyPr anchor="ctr">
            <a:normAutofit/>
          </a:bodyPr>
          <a:lstStyle>
            <a:lvl1pPr marL="0" indent="0" algn="ctr">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3" name="TextBox 12"/>
          <p:cNvSpPr txBox="1"/>
          <p:nvPr/>
        </p:nvSpPr>
        <p:spPr>
          <a:xfrm>
            <a:off x="1502232" y="1131249"/>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2000" dirty="0">
                <a:solidFill>
                  <a:schemeClr val="tx1"/>
                </a:solidFill>
                <a:effectLst/>
              </a:rPr>
              <a:t>“</a:t>
            </a:r>
          </a:p>
        </p:txBody>
      </p:sp>
      <p:sp>
        <p:nvSpPr>
          <p:cNvPr id="14" name="TextBox 13"/>
          <p:cNvSpPr txBox="1"/>
          <p:nvPr/>
        </p:nvSpPr>
        <p:spPr>
          <a:xfrm>
            <a:off x="15836337" y="4490367"/>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0" dirty="0">
                <a:solidFill>
                  <a:schemeClr val="tx1"/>
                </a:solidFill>
                <a:effectLst/>
              </a:rPr>
              <a:t>”</a:t>
            </a:r>
          </a:p>
        </p:txBody>
      </p:sp>
    </p:spTree>
    <p:extLst>
      <p:ext uri="{BB962C8B-B14F-4D97-AF65-F5344CB8AC3E}">
        <p14:creationId xmlns:p14="http://schemas.microsoft.com/office/powerpoint/2010/main" val="20491731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Title 1"/>
          <p:cNvSpPr>
            <a:spLocks noGrp="1"/>
          </p:cNvSpPr>
          <p:nvPr>
            <p:ph type="title"/>
          </p:nvPr>
        </p:nvSpPr>
        <p:spPr>
          <a:xfrm>
            <a:off x="1370663" y="3208082"/>
            <a:ext cx="15546678" cy="3767753"/>
          </a:xfrm>
        </p:spPr>
        <p:txBody>
          <a:bodyPr anchor="b"/>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1370663" y="6993503"/>
            <a:ext cx="15546678" cy="1710966"/>
          </a:xfrm>
        </p:spPr>
        <p:txBody>
          <a:bodyPr anchor="t"/>
          <a:lstStyle>
            <a:lvl1pPr marL="0" indent="0" algn="ctr">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32342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15" name="Title 1"/>
          <p:cNvSpPr>
            <a:spLocks noGrp="1"/>
          </p:cNvSpPr>
          <p:nvPr>
            <p:ph type="title"/>
          </p:nvPr>
        </p:nvSpPr>
        <p:spPr>
          <a:xfrm>
            <a:off x="1370661" y="914400"/>
            <a:ext cx="15546678" cy="2407641"/>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70661" y="3550640"/>
            <a:ext cx="4948464" cy="864393"/>
          </a:xfrm>
        </p:spPr>
        <p:txBody>
          <a:bodyPr anchor="b">
            <a:noAutofit/>
          </a:bodyPr>
          <a:lstStyle>
            <a:lvl1pPr marL="0" indent="0" algn="ctr">
              <a:lnSpc>
                <a:spcPct val="85000"/>
              </a:lnSpc>
              <a:buNone/>
              <a:defRPr sz="3600" b="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8" name="Text Placeholder 3"/>
          <p:cNvSpPr>
            <a:spLocks noGrp="1"/>
          </p:cNvSpPr>
          <p:nvPr>
            <p:ph type="body" sz="half" idx="15"/>
          </p:nvPr>
        </p:nvSpPr>
        <p:spPr>
          <a:xfrm>
            <a:off x="1370661" y="4415033"/>
            <a:ext cx="4948464" cy="4271768"/>
          </a:xfrm>
        </p:spPr>
        <p:txBody>
          <a:bodyPr anchor="t">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9" name="Text Placeholder 4"/>
          <p:cNvSpPr>
            <a:spLocks noGrp="1"/>
          </p:cNvSpPr>
          <p:nvPr>
            <p:ph type="body" sz="quarter" idx="3"/>
          </p:nvPr>
        </p:nvSpPr>
        <p:spPr>
          <a:xfrm>
            <a:off x="6678584" y="3550640"/>
            <a:ext cx="4937282" cy="864393"/>
          </a:xfrm>
        </p:spPr>
        <p:txBody>
          <a:bodyPr anchor="b">
            <a:noAutofit/>
          </a:bodyPr>
          <a:lstStyle>
            <a:lvl1pPr marL="0" indent="0" algn="ctr">
              <a:lnSpc>
                <a:spcPct val="85000"/>
              </a:lnSpc>
              <a:buNone/>
              <a:defRPr sz="3600" b="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0" name="Text Placeholder 3"/>
          <p:cNvSpPr>
            <a:spLocks noGrp="1"/>
          </p:cNvSpPr>
          <p:nvPr>
            <p:ph type="body" sz="half" idx="16"/>
          </p:nvPr>
        </p:nvSpPr>
        <p:spPr>
          <a:xfrm>
            <a:off x="6662023" y="4415033"/>
            <a:ext cx="4955027" cy="4271768"/>
          </a:xfrm>
        </p:spPr>
        <p:txBody>
          <a:bodyPr anchor="t">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11" name="Text Placeholder 4"/>
          <p:cNvSpPr>
            <a:spLocks noGrp="1"/>
          </p:cNvSpPr>
          <p:nvPr>
            <p:ph type="body" sz="quarter" idx="13"/>
          </p:nvPr>
        </p:nvSpPr>
        <p:spPr>
          <a:xfrm>
            <a:off x="11959947" y="3550640"/>
            <a:ext cx="4957392" cy="864393"/>
          </a:xfrm>
        </p:spPr>
        <p:txBody>
          <a:bodyPr anchor="b">
            <a:noAutofit/>
          </a:bodyPr>
          <a:lstStyle>
            <a:lvl1pPr marL="0" indent="0" algn="ctr">
              <a:lnSpc>
                <a:spcPct val="85000"/>
              </a:lnSpc>
              <a:buNone/>
              <a:defRPr sz="3600" b="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2" name="Text Placeholder 3"/>
          <p:cNvSpPr>
            <a:spLocks noGrp="1"/>
          </p:cNvSpPr>
          <p:nvPr>
            <p:ph type="body" sz="half" idx="17"/>
          </p:nvPr>
        </p:nvSpPr>
        <p:spPr>
          <a:xfrm>
            <a:off x="11959947" y="4415033"/>
            <a:ext cx="4957392" cy="4271768"/>
          </a:xfrm>
        </p:spPr>
        <p:txBody>
          <a:bodyPr anchor="t">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pPr/>
              <a:t>1/10/2026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837383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30" name="Title 1"/>
          <p:cNvSpPr>
            <a:spLocks noGrp="1"/>
          </p:cNvSpPr>
          <p:nvPr>
            <p:ph type="title"/>
          </p:nvPr>
        </p:nvSpPr>
        <p:spPr>
          <a:xfrm>
            <a:off x="1370661" y="916158"/>
            <a:ext cx="15546678" cy="240588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70662" y="6307230"/>
            <a:ext cx="4944614" cy="864393"/>
          </a:xfrm>
        </p:spPr>
        <p:txBody>
          <a:bodyPr anchor="b">
            <a:noAutofit/>
          </a:bodyPr>
          <a:lstStyle>
            <a:lvl1pPr marL="0" indent="0" algn="ctr">
              <a:lnSpc>
                <a:spcPct val="85000"/>
              </a:lnSpc>
              <a:buNone/>
              <a:defRPr sz="3300" b="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20" name="Picture Placeholder 2"/>
          <p:cNvSpPr>
            <a:spLocks noGrp="1" noChangeAspect="1"/>
          </p:cNvSpPr>
          <p:nvPr>
            <p:ph type="pic" idx="15"/>
          </p:nvPr>
        </p:nvSpPr>
        <p:spPr>
          <a:xfrm>
            <a:off x="1370662" y="3550640"/>
            <a:ext cx="4944614" cy="2286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21" name="Text Placeholder 3"/>
          <p:cNvSpPr>
            <a:spLocks noGrp="1"/>
          </p:cNvSpPr>
          <p:nvPr>
            <p:ph type="body" sz="half" idx="18"/>
          </p:nvPr>
        </p:nvSpPr>
        <p:spPr>
          <a:xfrm>
            <a:off x="1370662" y="7171623"/>
            <a:ext cx="4944614" cy="1515177"/>
          </a:xfrm>
        </p:spPr>
        <p:txBody>
          <a:bodyPr anchor="t">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22" name="Text Placeholder 4"/>
          <p:cNvSpPr>
            <a:spLocks noGrp="1"/>
          </p:cNvSpPr>
          <p:nvPr>
            <p:ph type="body" sz="quarter" idx="3"/>
          </p:nvPr>
        </p:nvSpPr>
        <p:spPr>
          <a:xfrm>
            <a:off x="6664139" y="6307230"/>
            <a:ext cx="4952742" cy="864393"/>
          </a:xfrm>
        </p:spPr>
        <p:txBody>
          <a:bodyPr anchor="b">
            <a:noAutofit/>
          </a:bodyPr>
          <a:lstStyle>
            <a:lvl1pPr marL="0" indent="0" algn="ctr">
              <a:lnSpc>
                <a:spcPct val="85000"/>
              </a:lnSpc>
              <a:buNone/>
              <a:defRPr sz="3300" b="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23" name="Picture Placeholder 2"/>
          <p:cNvSpPr>
            <a:spLocks noGrp="1" noChangeAspect="1"/>
          </p:cNvSpPr>
          <p:nvPr>
            <p:ph type="pic" idx="21"/>
          </p:nvPr>
        </p:nvSpPr>
        <p:spPr>
          <a:xfrm>
            <a:off x="6662022" y="3550640"/>
            <a:ext cx="4955028" cy="2286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24" name="Text Placeholder 3"/>
          <p:cNvSpPr>
            <a:spLocks noGrp="1"/>
          </p:cNvSpPr>
          <p:nvPr>
            <p:ph type="body" sz="half" idx="19"/>
          </p:nvPr>
        </p:nvSpPr>
        <p:spPr>
          <a:xfrm>
            <a:off x="6662022" y="7171621"/>
            <a:ext cx="4955028" cy="1515179"/>
          </a:xfrm>
        </p:spPr>
        <p:txBody>
          <a:bodyPr anchor="t">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25" name="Text Placeholder 4"/>
          <p:cNvSpPr>
            <a:spLocks noGrp="1"/>
          </p:cNvSpPr>
          <p:nvPr>
            <p:ph type="body" sz="quarter" idx="13"/>
          </p:nvPr>
        </p:nvSpPr>
        <p:spPr>
          <a:xfrm>
            <a:off x="11959948" y="6307230"/>
            <a:ext cx="4951022" cy="864393"/>
          </a:xfrm>
        </p:spPr>
        <p:txBody>
          <a:bodyPr anchor="b">
            <a:noAutofit/>
          </a:bodyPr>
          <a:lstStyle>
            <a:lvl1pPr marL="0" indent="0" algn="ctr">
              <a:lnSpc>
                <a:spcPct val="85000"/>
              </a:lnSpc>
              <a:buNone/>
              <a:defRPr sz="3300" b="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26" name="Picture Placeholder 2"/>
          <p:cNvSpPr>
            <a:spLocks noGrp="1" noChangeAspect="1"/>
          </p:cNvSpPr>
          <p:nvPr>
            <p:ph type="pic" idx="22"/>
          </p:nvPr>
        </p:nvSpPr>
        <p:spPr>
          <a:xfrm>
            <a:off x="11959947" y="3550640"/>
            <a:ext cx="4957392" cy="2286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27" name="Text Placeholder 3"/>
          <p:cNvSpPr>
            <a:spLocks noGrp="1"/>
          </p:cNvSpPr>
          <p:nvPr>
            <p:ph type="body" sz="half" idx="20"/>
          </p:nvPr>
        </p:nvSpPr>
        <p:spPr>
          <a:xfrm>
            <a:off x="11959760" y="7171618"/>
            <a:ext cx="4957580" cy="1515182"/>
          </a:xfrm>
        </p:spPr>
        <p:txBody>
          <a:bodyPr anchor="t">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pPr/>
              <a:t>1/10/2026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208902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1370663" y="3550640"/>
            <a:ext cx="15546678" cy="513616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700573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p:nvSpPr>
          <p:cNvPr id="2" name="Vertical Title 1"/>
          <p:cNvSpPr>
            <a:spLocks noGrp="1"/>
          </p:cNvSpPr>
          <p:nvPr>
            <p:ph type="title" orient="vert"/>
          </p:nvPr>
        </p:nvSpPr>
        <p:spPr>
          <a:xfrm>
            <a:off x="13087350" y="914402"/>
            <a:ext cx="3829989" cy="77723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1370663" y="914402"/>
            <a:ext cx="11488086" cy="77723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0732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70000"/>
            <a:extLst>
              <a:ext uri="{28A0092B-C50C-407E-A947-70E740481C1C}">
                <a14:useLocalDpi xmlns:a14="http://schemas.microsoft.com/office/drawing/2010/main" val="0"/>
              </a:ext>
            </a:extLst>
          </a:blip>
          <a:srcRect/>
          <a:stretch>
            <a:fillRect/>
          </a:stretch>
        </p:blipFill>
        <p:spPr bwMode="auto">
          <a:xfrm>
            <a:off x="1" y="1"/>
            <a:ext cx="18288005" cy="1028700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1370663" y="927776"/>
            <a:ext cx="15546677" cy="239426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370663" y="3550640"/>
            <a:ext cx="15546678" cy="51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518106" y="8824913"/>
            <a:ext cx="4114800" cy="547688"/>
          </a:xfrm>
          <a:prstGeom prst="rect">
            <a:avLst/>
          </a:prstGeom>
        </p:spPr>
        <p:txBody>
          <a:bodyPr vert="horz" lIns="91440" tIns="45720" rIns="91440" bIns="45720" rtlCol="0" anchor="ctr"/>
          <a:lstStyle>
            <a:lvl1pPr algn="r">
              <a:defRPr sz="1500">
                <a:solidFill>
                  <a:schemeClr val="tx1"/>
                </a:solidFill>
              </a:defRPr>
            </a:lvl1pPr>
          </a:lstStyle>
          <a:p>
            <a:fld id="{1D8BD707-D9CF-40AE-B4C6-C98DA3205C09}" type="datetimeFigureOut">
              <a:rPr lang="en-US" smtClean="0"/>
              <a:pPr/>
              <a:t>1/10/2026</a:t>
            </a:fld>
            <a:endParaRPr lang="en-US"/>
          </a:p>
        </p:txBody>
      </p:sp>
      <p:sp>
        <p:nvSpPr>
          <p:cNvPr id="5" name="Footer Placeholder 4"/>
          <p:cNvSpPr>
            <a:spLocks noGrp="1"/>
          </p:cNvSpPr>
          <p:nvPr>
            <p:ph type="ftr" sz="quarter" idx="3"/>
          </p:nvPr>
        </p:nvSpPr>
        <p:spPr>
          <a:xfrm>
            <a:off x="1370662" y="8824913"/>
            <a:ext cx="10009331" cy="547688"/>
          </a:xfrm>
          <a:prstGeom prst="rect">
            <a:avLst/>
          </a:prstGeom>
        </p:spPr>
        <p:txBody>
          <a:bodyPr vert="horz" lIns="91440" tIns="45720" rIns="91440" bIns="45720" rtlCol="0" anchor="ctr"/>
          <a:lstStyle>
            <a:lvl1pPr algn="l">
              <a:defRPr sz="1500">
                <a:solidFill>
                  <a:schemeClr val="tx1"/>
                </a:solidFill>
              </a:defRPr>
            </a:lvl1pPr>
          </a:lstStyle>
          <a:p>
            <a:endParaRPr lang="en-US"/>
          </a:p>
        </p:txBody>
      </p:sp>
      <p:sp>
        <p:nvSpPr>
          <p:cNvPr id="6" name="Slide Number Placeholder 5"/>
          <p:cNvSpPr>
            <a:spLocks noGrp="1"/>
          </p:cNvSpPr>
          <p:nvPr>
            <p:ph type="sldNum" sz="quarter" idx="4"/>
          </p:nvPr>
        </p:nvSpPr>
        <p:spPr>
          <a:xfrm>
            <a:off x="15771017" y="8824913"/>
            <a:ext cx="1146323" cy="547688"/>
          </a:xfrm>
          <a:prstGeom prst="rect">
            <a:avLst/>
          </a:prstGeom>
        </p:spPr>
        <p:txBody>
          <a:bodyPr vert="horz" lIns="91440" tIns="45720" rIns="91440" bIns="45720" rtlCol="0" anchor="ctr"/>
          <a:lstStyle>
            <a:lvl1pPr algn="r">
              <a:defRPr sz="1500">
                <a:solidFill>
                  <a:schemeClr val="tx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08015965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1371600" rtl="0" eaLnBrk="1" latinLnBrk="0" hangingPunct="1">
        <a:lnSpc>
          <a:spcPct val="90000"/>
        </a:lnSpc>
        <a:spcBef>
          <a:spcPct val="0"/>
        </a:spcBef>
        <a:buNone/>
        <a:defRPr sz="5400" kern="1200" cap="all" baseline="0">
          <a:solidFill>
            <a:schemeClr val="tx1"/>
          </a:solidFill>
          <a:effectLst/>
          <a:latin typeface="+mj-lt"/>
          <a:ea typeface="+mj-ea"/>
          <a:cs typeface="+mj-cs"/>
        </a:defRPr>
      </a:lvl1pPr>
    </p:titleStyle>
    <p:bodyStyle>
      <a:lvl1pPr marL="342900" indent="-342900" algn="l" defTabSz="1371600" rtl="0" eaLnBrk="1" latinLnBrk="0" hangingPunct="1">
        <a:lnSpc>
          <a:spcPct val="120000"/>
        </a:lnSpc>
        <a:spcBef>
          <a:spcPts val="1500"/>
        </a:spcBef>
        <a:buClr>
          <a:schemeClr val="tx1"/>
        </a:buClr>
        <a:buFont typeface="Arial" panose="020B0604020202020204" pitchFamily="34" charset="0"/>
        <a:buChar char="•"/>
        <a:defRPr sz="3000" kern="1200" cap="all" baseline="0">
          <a:solidFill>
            <a:schemeClr val="tx1"/>
          </a:solidFill>
          <a:effectLst/>
          <a:latin typeface="+mn-lt"/>
          <a:ea typeface="+mn-ea"/>
          <a:cs typeface="+mn-cs"/>
        </a:defRPr>
      </a:lvl1pPr>
      <a:lvl2pPr marL="1028700" indent="-342900" algn="l" defTabSz="1371600" rtl="0" eaLnBrk="1" latinLnBrk="0" hangingPunct="1">
        <a:lnSpc>
          <a:spcPct val="120000"/>
        </a:lnSpc>
        <a:spcBef>
          <a:spcPts val="750"/>
        </a:spcBef>
        <a:buClr>
          <a:schemeClr val="tx1"/>
        </a:buClr>
        <a:buFont typeface="Arial" panose="020B0604020202020204" pitchFamily="34" charset="0"/>
        <a:buChar char="•"/>
        <a:defRPr sz="2700" kern="1200" cap="all" baseline="0">
          <a:solidFill>
            <a:schemeClr val="tx1"/>
          </a:solidFill>
          <a:effectLst/>
          <a:latin typeface="+mn-lt"/>
          <a:ea typeface="+mn-ea"/>
          <a:cs typeface="+mn-cs"/>
        </a:defRPr>
      </a:lvl2pPr>
      <a:lvl3pPr marL="1714500" indent="-342900" algn="l" defTabSz="1371600" rtl="0" eaLnBrk="1" latinLnBrk="0" hangingPunct="1">
        <a:lnSpc>
          <a:spcPct val="120000"/>
        </a:lnSpc>
        <a:spcBef>
          <a:spcPts val="750"/>
        </a:spcBef>
        <a:buClr>
          <a:schemeClr val="tx1"/>
        </a:buClr>
        <a:buFont typeface="Arial" panose="020B0604020202020204" pitchFamily="34" charset="0"/>
        <a:buChar char="•"/>
        <a:defRPr sz="2400" kern="1200" cap="all" baseline="0">
          <a:solidFill>
            <a:schemeClr val="tx1"/>
          </a:solidFill>
          <a:effectLst/>
          <a:latin typeface="+mn-lt"/>
          <a:ea typeface="+mn-ea"/>
          <a:cs typeface="+mn-cs"/>
        </a:defRPr>
      </a:lvl3pPr>
      <a:lvl4pPr marL="2400300" indent="-342900" algn="l" defTabSz="1371600" rtl="0" eaLnBrk="1" latinLnBrk="0" hangingPunct="1">
        <a:lnSpc>
          <a:spcPct val="120000"/>
        </a:lnSpc>
        <a:spcBef>
          <a:spcPts val="750"/>
        </a:spcBef>
        <a:buClr>
          <a:schemeClr val="tx1"/>
        </a:buClr>
        <a:buFont typeface="Arial" panose="020B0604020202020204" pitchFamily="34" charset="0"/>
        <a:buChar char="•"/>
        <a:defRPr sz="2100" kern="1200" cap="all" baseline="0">
          <a:solidFill>
            <a:schemeClr val="tx1"/>
          </a:solidFill>
          <a:effectLst/>
          <a:latin typeface="+mn-lt"/>
          <a:ea typeface="+mn-ea"/>
          <a:cs typeface="+mn-cs"/>
        </a:defRPr>
      </a:lvl4pPr>
      <a:lvl5pPr marL="3086100" indent="-342900" algn="l" defTabSz="1371600" rtl="0" eaLnBrk="1" latinLnBrk="0" hangingPunct="1">
        <a:lnSpc>
          <a:spcPct val="120000"/>
        </a:lnSpc>
        <a:spcBef>
          <a:spcPts val="750"/>
        </a:spcBef>
        <a:buClr>
          <a:schemeClr val="tx1"/>
        </a:buClr>
        <a:buFont typeface="Arial" panose="020B0604020202020204" pitchFamily="34" charset="0"/>
        <a:buChar char="•"/>
        <a:defRPr sz="2100" kern="1200" cap="all" baseline="0">
          <a:solidFill>
            <a:schemeClr val="tx1"/>
          </a:solidFill>
          <a:effectLst/>
          <a:latin typeface="+mn-lt"/>
          <a:ea typeface="+mn-ea"/>
          <a:cs typeface="+mn-cs"/>
        </a:defRPr>
      </a:lvl5pPr>
      <a:lvl6pPr marL="3771900" indent="-342900" algn="l" defTabSz="1371600" rtl="0" eaLnBrk="1" latinLnBrk="0" hangingPunct="1">
        <a:lnSpc>
          <a:spcPct val="120000"/>
        </a:lnSpc>
        <a:spcBef>
          <a:spcPts val="750"/>
        </a:spcBef>
        <a:buClr>
          <a:schemeClr val="tx1"/>
        </a:buClr>
        <a:buFont typeface="Arial" panose="020B0604020202020204" pitchFamily="34" charset="0"/>
        <a:buChar char="•"/>
        <a:defRPr sz="2100" kern="1200" cap="all" baseline="0">
          <a:solidFill>
            <a:schemeClr val="tx1"/>
          </a:solidFill>
          <a:effectLst/>
          <a:latin typeface="+mn-lt"/>
          <a:ea typeface="+mn-ea"/>
          <a:cs typeface="+mn-cs"/>
        </a:defRPr>
      </a:lvl6pPr>
      <a:lvl7pPr marL="4457700" indent="-342900" algn="l" defTabSz="1371600" rtl="0" eaLnBrk="1" latinLnBrk="0" hangingPunct="1">
        <a:lnSpc>
          <a:spcPct val="120000"/>
        </a:lnSpc>
        <a:spcBef>
          <a:spcPts val="750"/>
        </a:spcBef>
        <a:buClr>
          <a:schemeClr val="tx1"/>
        </a:buClr>
        <a:buFont typeface="Arial" panose="020B0604020202020204" pitchFamily="34" charset="0"/>
        <a:buChar char="•"/>
        <a:defRPr sz="2100" kern="1200" cap="all" baseline="0">
          <a:solidFill>
            <a:schemeClr val="tx1"/>
          </a:solidFill>
          <a:effectLst/>
          <a:latin typeface="+mn-lt"/>
          <a:ea typeface="+mn-ea"/>
          <a:cs typeface="+mn-cs"/>
        </a:defRPr>
      </a:lvl7pPr>
      <a:lvl8pPr marL="5143500" indent="-342900" algn="l" defTabSz="1371600" rtl="0" eaLnBrk="1" latinLnBrk="0" hangingPunct="1">
        <a:lnSpc>
          <a:spcPct val="120000"/>
        </a:lnSpc>
        <a:spcBef>
          <a:spcPts val="750"/>
        </a:spcBef>
        <a:buClr>
          <a:schemeClr val="tx1"/>
        </a:buClr>
        <a:buFont typeface="Arial" panose="020B0604020202020204" pitchFamily="34" charset="0"/>
        <a:buChar char="•"/>
        <a:defRPr sz="2100" kern="1200" cap="all" baseline="0">
          <a:solidFill>
            <a:schemeClr val="tx1"/>
          </a:solidFill>
          <a:effectLst/>
          <a:latin typeface="+mn-lt"/>
          <a:ea typeface="+mn-ea"/>
          <a:cs typeface="+mn-cs"/>
        </a:defRPr>
      </a:lvl8pPr>
      <a:lvl9pPr marL="5829300" indent="-342900" algn="l" defTabSz="1371600" rtl="0" eaLnBrk="1" latinLnBrk="0" hangingPunct="1">
        <a:lnSpc>
          <a:spcPct val="120000"/>
        </a:lnSpc>
        <a:spcBef>
          <a:spcPts val="750"/>
        </a:spcBef>
        <a:buClr>
          <a:schemeClr val="tx1"/>
        </a:buClr>
        <a:buFont typeface="Arial" panose="020B0604020202020204" pitchFamily="34" charset="0"/>
        <a:buChar char="•"/>
        <a:defRPr sz="2100" kern="1200" cap="all" baseline="0">
          <a:solidFill>
            <a:schemeClr val="tx1"/>
          </a:solidFill>
          <a:effectLst/>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5" name="TextBox 5"/>
          <p:cNvSpPr txBox="1"/>
          <p:nvPr/>
        </p:nvSpPr>
        <p:spPr>
          <a:xfrm>
            <a:off x="10668000" y="7002921"/>
            <a:ext cx="5180660" cy="2256170"/>
          </a:xfrm>
          <a:prstGeom prst="rect">
            <a:avLst/>
          </a:prstGeom>
        </p:spPr>
        <p:txBody>
          <a:bodyPr lIns="50800" tIns="50800" rIns="50800" bIns="50800" rtlCol="0" anchor="ctr"/>
          <a:lstStyle/>
          <a:p>
            <a:pPr algn="ctr">
              <a:lnSpc>
                <a:spcPts val="2690"/>
              </a:lnSpc>
            </a:pPr>
            <a:endParaRPr lang="en-US" sz="1921" spc="40" dirty="0">
              <a:solidFill>
                <a:srgbClr val="F4F4F4"/>
              </a:solidFill>
              <a:latin typeface="Poppins Light"/>
              <a:ea typeface="Poppins Light"/>
              <a:cs typeface="Poppins Light"/>
              <a:sym typeface="Poppins Light"/>
            </a:endParaRPr>
          </a:p>
        </p:txBody>
      </p:sp>
      <p:sp>
        <p:nvSpPr>
          <p:cNvPr id="6" name="TextBox 6"/>
          <p:cNvSpPr txBox="1"/>
          <p:nvPr/>
        </p:nvSpPr>
        <p:spPr>
          <a:xfrm>
            <a:off x="3252477" y="2545828"/>
            <a:ext cx="11783046" cy="1660006"/>
          </a:xfrm>
          <a:prstGeom prst="rect">
            <a:avLst/>
          </a:prstGeom>
        </p:spPr>
        <p:txBody>
          <a:bodyPr lIns="0" tIns="0" rIns="0" bIns="0" rtlCol="0" anchor="t">
            <a:spAutoFit/>
          </a:bodyPr>
          <a:lstStyle/>
          <a:p>
            <a:pPr algn="ctr">
              <a:lnSpc>
                <a:spcPts val="12365"/>
              </a:lnSpc>
            </a:pPr>
            <a:r>
              <a:rPr lang="en-US" sz="13016" b="1" spc="-546" dirty="0">
                <a:solidFill>
                  <a:srgbClr val="F4F4F4"/>
                </a:solidFill>
                <a:latin typeface="Poppins Medium"/>
                <a:ea typeface="Poppins Medium"/>
                <a:cs typeface="Poppins Medium"/>
                <a:sym typeface="Poppins Medium"/>
              </a:rPr>
              <a:t>IMDB MOVIES</a:t>
            </a:r>
          </a:p>
        </p:txBody>
      </p:sp>
      <p:sp>
        <p:nvSpPr>
          <p:cNvPr id="9" name="TextBox 9"/>
          <p:cNvSpPr txBox="1"/>
          <p:nvPr/>
        </p:nvSpPr>
        <p:spPr>
          <a:xfrm>
            <a:off x="1039586" y="9128735"/>
            <a:ext cx="10310565" cy="260712"/>
          </a:xfrm>
          <a:prstGeom prst="rect">
            <a:avLst/>
          </a:prstGeom>
        </p:spPr>
        <p:txBody>
          <a:bodyPr lIns="0" tIns="0" rIns="0" bIns="0" rtlCol="0" anchor="t">
            <a:spAutoFit/>
          </a:bodyPr>
          <a:lstStyle/>
          <a:p>
            <a:pPr algn="just">
              <a:lnSpc>
                <a:spcPts val="2239"/>
              </a:lnSpc>
              <a:spcBef>
                <a:spcPct val="0"/>
              </a:spcBef>
            </a:pPr>
            <a:r>
              <a:rPr lang="en-US" sz="1599" dirty="0">
                <a:solidFill>
                  <a:srgbClr val="F4F4F4"/>
                </a:solidFill>
                <a:latin typeface="Inter Extra-Light"/>
                <a:ea typeface="Inter Extra-Light"/>
                <a:cs typeface="Inter Extra-Light"/>
                <a:sym typeface="Inter Extra-Light"/>
              </a:rPr>
              <a:t>. </a:t>
            </a:r>
          </a:p>
        </p:txBody>
      </p:sp>
      <p:sp>
        <p:nvSpPr>
          <p:cNvPr id="13" name="TextBox 12">
            <a:extLst>
              <a:ext uri="{FF2B5EF4-FFF2-40B4-BE49-F238E27FC236}">
                <a16:creationId xmlns:a16="http://schemas.microsoft.com/office/drawing/2014/main" id="{55D3493A-B29B-4F42-45B8-01F8358E84F3}"/>
              </a:ext>
            </a:extLst>
          </p:cNvPr>
          <p:cNvSpPr txBox="1"/>
          <p:nvPr/>
        </p:nvSpPr>
        <p:spPr>
          <a:xfrm>
            <a:off x="1371600" y="6972078"/>
            <a:ext cx="5180660" cy="1846659"/>
          </a:xfrm>
          <a:prstGeom prst="rect">
            <a:avLst/>
          </a:prstGeom>
          <a:noFill/>
        </p:spPr>
        <p:txBody>
          <a:bodyPr wrap="square" rtlCol="0">
            <a:spAutoFit/>
          </a:bodyPr>
          <a:lstStyle/>
          <a:p>
            <a:r>
              <a:rPr lang="en-IN" sz="3200" b="1" dirty="0">
                <a:solidFill>
                  <a:schemeClr val="bg1"/>
                </a:solidFill>
                <a:latin typeface="Calibri" panose="020F0502020204030204" pitchFamily="34" charset="0"/>
                <a:ea typeface="Calibri" panose="020F0502020204030204" pitchFamily="34" charset="0"/>
                <a:cs typeface="Calibri" panose="020F0502020204030204" pitchFamily="34" charset="0"/>
              </a:rPr>
              <a:t>Hruthik SH </a:t>
            </a:r>
          </a:p>
          <a:p>
            <a:r>
              <a:rPr lang="en-IN" sz="3200" b="1" dirty="0">
                <a:solidFill>
                  <a:schemeClr val="bg1"/>
                </a:solidFill>
                <a:latin typeface="Calibri" panose="020F0502020204030204" pitchFamily="34" charset="0"/>
                <a:ea typeface="Calibri" panose="020F0502020204030204" pitchFamily="34" charset="0"/>
                <a:cs typeface="Calibri" panose="020F0502020204030204" pitchFamily="34" charset="0"/>
              </a:rPr>
              <a:t>PRSQL-01</a:t>
            </a:r>
          </a:p>
          <a:p>
            <a:r>
              <a:rPr lang="en-IN" sz="3200" b="1" dirty="0">
                <a:solidFill>
                  <a:schemeClr val="bg1"/>
                </a:solidFill>
                <a:latin typeface="Calibri" panose="020F0502020204030204" pitchFamily="34" charset="0"/>
                <a:ea typeface="Calibri" panose="020F0502020204030204" pitchFamily="34" charset="0"/>
                <a:cs typeface="Calibri" panose="020F0502020204030204" pitchFamily="34" charset="0"/>
              </a:rPr>
              <a:t>PTID CDA DEC 25 1098</a:t>
            </a: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11E61A-EF63-0282-C2E7-BEAAAB97C642}"/>
              </a:ext>
            </a:extLst>
          </p:cNvPr>
          <p:cNvSpPr txBox="1"/>
          <p:nvPr/>
        </p:nvSpPr>
        <p:spPr>
          <a:xfrm>
            <a:off x="685800" y="448270"/>
            <a:ext cx="10439400" cy="923330"/>
          </a:xfrm>
          <a:prstGeom prst="rect">
            <a:avLst/>
          </a:prstGeom>
          <a:noFill/>
        </p:spPr>
        <p:txBody>
          <a:bodyPr wrap="square" rtlCol="0">
            <a:spAutoFit/>
          </a:bodyPr>
          <a:lstStyle/>
          <a:p>
            <a:r>
              <a:rPr lang="en-IN" sz="3600" dirty="0">
                <a:solidFill>
                  <a:schemeClr val="bg1"/>
                </a:solidFill>
                <a:latin typeface="+mj-lt"/>
              </a:rPr>
              <a:t>A) Can you get all data about movies? </a:t>
            </a:r>
          </a:p>
          <a:p>
            <a:endParaRPr lang="en-IN" dirty="0"/>
          </a:p>
        </p:txBody>
      </p:sp>
      <p:pic>
        <p:nvPicPr>
          <p:cNvPr id="5" name="Picture 4">
            <a:extLst>
              <a:ext uri="{FF2B5EF4-FFF2-40B4-BE49-F238E27FC236}">
                <a16:creationId xmlns:a16="http://schemas.microsoft.com/office/drawing/2014/main" id="{72CCE594-71F6-5C97-8D13-724B19349EF8}"/>
              </a:ext>
            </a:extLst>
          </p:cNvPr>
          <p:cNvPicPr>
            <a:picLocks noChangeAspect="1"/>
          </p:cNvPicPr>
          <p:nvPr/>
        </p:nvPicPr>
        <p:blipFill>
          <a:blip r:embed="rId2"/>
          <a:stretch>
            <a:fillRect/>
          </a:stretch>
        </p:blipFill>
        <p:spPr>
          <a:xfrm>
            <a:off x="801914" y="1562100"/>
            <a:ext cx="8305800" cy="8113363"/>
          </a:xfrm>
          <a:prstGeom prst="rect">
            <a:avLst/>
          </a:prstGeom>
        </p:spPr>
      </p:pic>
      <p:sp>
        <p:nvSpPr>
          <p:cNvPr id="6" name="TextBox 5">
            <a:extLst>
              <a:ext uri="{FF2B5EF4-FFF2-40B4-BE49-F238E27FC236}">
                <a16:creationId xmlns:a16="http://schemas.microsoft.com/office/drawing/2014/main" id="{EEF99D0F-6720-090D-31FE-EDE5FC4A9BBD}"/>
              </a:ext>
            </a:extLst>
          </p:cNvPr>
          <p:cNvSpPr txBox="1"/>
          <p:nvPr/>
        </p:nvSpPr>
        <p:spPr>
          <a:xfrm>
            <a:off x="9525000" y="3771900"/>
            <a:ext cx="8421912" cy="3970318"/>
          </a:xfrm>
          <a:prstGeom prst="rect">
            <a:avLst/>
          </a:prstGeom>
          <a:noFill/>
        </p:spPr>
        <p:txBody>
          <a:bodyPr wrap="square" rtlCol="0">
            <a:spAutoFit/>
          </a:bodyPr>
          <a:lstStyle/>
          <a:p>
            <a:r>
              <a:rPr lang="en-US" sz="2800" dirty="0">
                <a:solidFill>
                  <a:schemeClr val="bg1"/>
                </a:solidFill>
              </a:rPr>
              <a:t>This query extracts the complete set of movie records from the IMDB movies table, allowing a full view of all available attributes such as titles, release dates, popularity, revenue, and ratings. The output provides a comprehensive foundation for analysis and helps validate data completeness before performing any transformations or aggregations. It is mainly used for initial data exploration and understanding the dataset structure.</a:t>
            </a:r>
            <a:endParaRPr lang="en-IN" sz="28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B0DAC6-8045-992F-DB56-5CCA19062956}"/>
              </a:ext>
            </a:extLst>
          </p:cNvPr>
          <p:cNvSpPr txBox="1"/>
          <p:nvPr/>
        </p:nvSpPr>
        <p:spPr>
          <a:xfrm>
            <a:off x="533400" y="342900"/>
            <a:ext cx="10515600" cy="923330"/>
          </a:xfrm>
          <a:prstGeom prst="rect">
            <a:avLst/>
          </a:prstGeom>
          <a:noFill/>
        </p:spPr>
        <p:txBody>
          <a:bodyPr wrap="square" rtlCol="0">
            <a:spAutoFit/>
          </a:bodyPr>
          <a:lstStyle/>
          <a:p>
            <a:r>
              <a:rPr lang="en-IN" sz="3600" dirty="0">
                <a:solidFill>
                  <a:schemeClr val="bg1"/>
                </a:solidFill>
                <a:latin typeface="Calibri" panose="020F0502020204030204" pitchFamily="34" charset="0"/>
                <a:ea typeface="Calibri" panose="020F0502020204030204" pitchFamily="34" charset="0"/>
                <a:cs typeface="Calibri" panose="020F0502020204030204" pitchFamily="34" charset="0"/>
              </a:rPr>
              <a:t>B) How do you get all data about directors?</a:t>
            </a:r>
          </a:p>
          <a:p>
            <a:endParaRPr lang="en-IN" dirty="0"/>
          </a:p>
        </p:txBody>
      </p:sp>
      <p:pic>
        <p:nvPicPr>
          <p:cNvPr id="5" name="Picture 4">
            <a:extLst>
              <a:ext uri="{FF2B5EF4-FFF2-40B4-BE49-F238E27FC236}">
                <a16:creationId xmlns:a16="http://schemas.microsoft.com/office/drawing/2014/main" id="{DD3BEFD9-D0E5-1D20-F2FD-9A0C148395CB}"/>
              </a:ext>
            </a:extLst>
          </p:cNvPr>
          <p:cNvPicPr>
            <a:picLocks noChangeAspect="1"/>
          </p:cNvPicPr>
          <p:nvPr/>
        </p:nvPicPr>
        <p:blipFill>
          <a:blip r:embed="rId2"/>
          <a:stretch>
            <a:fillRect/>
          </a:stretch>
        </p:blipFill>
        <p:spPr>
          <a:xfrm>
            <a:off x="569686" y="2476500"/>
            <a:ext cx="10820400" cy="5671430"/>
          </a:xfrm>
          <a:prstGeom prst="rect">
            <a:avLst/>
          </a:prstGeom>
        </p:spPr>
      </p:pic>
      <p:sp>
        <p:nvSpPr>
          <p:cNvPr id="8" name="TextBox 7">
            <a:extLst>
              <a:ext uri="{FF2B5EF4-FFF2-40B4-BE49-F238E27FC236}">
                <a16:creationId xmlns:a16="http://schemas.microsoft.com/office/drawing/2014/main" id="{53892C6C-6849-E527-F4C6-3CB56027B095}"/>
              </a:ext>
            </a:extLst>
          </p:cNvPr>
          <p:cNvSpPr txBox="1"/>
          <p:nvPr/>
        </p:nvSpPr>
        <p:spPr>
          <a:xfrm>
            <a:off x="12039600" y="3390900"/>
            <a:ext cx="5791200" cy="4401205"/>
          </a:xfrm>
          <a:prstGeom prst="rect">
            <a:avLst/>
          </a:prstGeom>
          <a:noFill/>
        </p:spPr>
        <p:txBody>
          <a:bodyPr wrap="square" rtlCol="0">
            <a:spAutoFit/>
          </a:bodyPr>
          <a:lstStyle/>
          <a:p>
            <a:r>
              <a:rPr lang="en-US" sz="2800" dirty="0">
                <a:solidFill>
                  <a:schemeClr val="bg1"/>
                </a:solidFill>
              </a:rPr>
              <a:t>This query fetches all records from the directors table, presenting complete information about each director in the dataset. The output includes identifiers, names, and gender details, which are essential for linking directors with their respective movies. This step supports relationship analysis and enables accurate joins between movies and directors</a:t>
            </a:r>
            <a:endParaRPr lang="en-IN" sz="28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0F344D-244B-119A-325C-21E3FE5BABE8}"/>
              </a:ext>
            </a:extLst>
          </p:cNvPr>
          <p:cNvSpPr txBox="1"/>
          <p:nvPr/>
        </p:nvSpPr>
        <p:spPr>
          <a:xfrm>
            <a:off x="838200" y="386313"/>
            <a:ext cx="12877800" cy="923330"/>
          </a:xfrm>
          <a:prstGeom prst="rect">
            <a:avLst/>
          </a:prstGeom>
          <a:noFill/>
        </p:spPr>
        <p:txBody>
          <a:bodyPr wrap="square" rtlCol="0">
            <a:spAutoFit/>
          </a:bodyPr>
          <a:lstStyle/>
          <a:p>
            <a:r>
              <a:rPr lang="en-IN" sz="3600" dirty="0">
                <a:solidFill>
                  <a:schemeClr val="bg1"/>
                </a:solidFill>
              </a:rPr>
              <a:t>C) Check how many movies are present in IMDB?</a:t>
            </a:r>
          </a:p>
          <a:p>
            <a:endParaRPr lang="en-IN" dirty="0"/>
          </a:p>
        </p:txBody>
      </p:sp>
      <p:pic>
        <p:nvPicPr>
          <p:cNvPr id="5" name="Picture 4">
            <a:extLst>
              <a:ext uri="{FF2B5EF4-FFF2-40B4-BE49-F238E27FC236}">
                <a16:creationId xmlns:a16="http://schemas.microsoft.com/office/drawing/2014/main" id="{43435272-9C91-2A8C-252C-15BD90EA9317}"/>
              </a:ext>
            </a:extLst>
          </p:cNvPr>
          <p:cNvPicPr>
            <a:picLocks noChangeAspect="1"/>
          </p:cNvPicPr>
          <p:nvPr/>
        </p:nvPicPr>
        <p:blipFill>
          <a:blip r:embed="rId2"/>
          <a:stretch>
            <a:fillRect/>
          </a:stretch>
        </p:blipFill>
        <p:spPr>
          <a:xfrm>
            <a:off x="990600" y="2190949"/>
            <a:ext cx="9122229" cy="6422844"/>
          </a:xfrm>
          <a:prstGeom prst="rect">
            <a:avLst/>
          </a:prstGeom>
        </p:spPr>
      </p:pic>
      <p:sp>
        <p:nvSpPr>
          <p:cNvPr id="6" name="TextBox 5">
            <a:extLst>
              <a:ext uri="{FF2B5EF4-FFF2-40B4-BE49-F238E27FC236}">
                <a16:creationId xmlns:a16="http://schemas.microsoft.com/office/drawing/2014/main" id="{98ECA1E0-A95A-64AA-7B91-011181369283}"/>
              </a:ext>
            </a:extLst>
          </p:cNvPr>
          <p:cNvSpPr txBox="1"/>
          <p:nvPr/>
        </p:nvSpPr>
        <p:spPr>
          <a:xfrm>
            <a:off x="10591800" y="3848100"/>
            <a:ext cx="7064829" cy="3108543"/>
          </a:xfrm>
          <a:prstGeom prst="rect">
            <a:avLst/>
          </a:prstGeom>
          <a:noFill/>
        </p:spPr>
        <p:txBody>
          <a:bodyPr wrap="square" rtlCol="0">
            <a:spAutoFit/>
          </a:bodyPr>
          <a:lstStyle/>
          <a:p>
            <a:r>
              <a:rPr lang="en-US" sz="2800" dirty="0">
                <a:solidFill>
                  <a:schemeClr val="bg1"/>
                </a:solidFill>
              </a:rPr>
              <a:t>This query calculates the total count of movies stored in the database. The output returns a single numeric value representing the size of the dataset, which helps in understanding the scale of analysis and verifying whether all expected records are present. It is commonly used as a validation metric in reporting</a:t>
            </a:r>
            <a:r>
              <a:rPr lang="en-US" dirty="0"/>
              <a:t>.</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C0761D-1EAB-6222-59E0-49B08D3E73DD}"/>
              </a:ext>
            </a:extLst>
          </p:cNvPr>
          <p:cNvSpPr txBox="1"/>
          <p:nvPr/>
        </p:nvSpPr>
        <p:spPr>
          <a:xfrm>
            <a:off x="609600" y="419100"/>
            <a:ext cx="15544800" cy="923330"/>
          </a:xfrm>
          <a:prstGeom prst="rect">
            <a:avLst/>
          </a:prstGeom>
          <a:noFill/>
        </p:spPr>
        <p:txBody>
          <a:bodyPr wrap="square" rtlCol="0">
            <a:spAutoFit/>
          </a:bodyPr>
          <a:lstStyle/>
          <a:p>
            <a:r>
              <a:rPr lang="en-IN" sz="3600" dirty="0">
                <a:solidFill>
                  <a:schemeClr val="bg1"/>
                </a:solidFill>
              </a:rPr>
              <a:t>D) Find these 3 directors: James Cameron ; Luc Besson ; John Woo</a:t>
            </a:r>
          </a:p>
          <a:p>
            <a:endParaRPr lang="en-IN" dirty="0"/>
          </a:p>
        </p:txBody>
      </p:sp>
      <p:pic>
        <p:nvPicPr>
          <p:cNvPr id="5" name="Picture 4">
            <a:extLst>
              <a:ext uri="{FF2B5EF4-FFF2-40B4-BE49-F238E27FC236}">
                <a16:creationId xmlns:a16="http://schemas.microsoft.com/office/drawing/2014/main" id="{858F7936-DA7C-9359-2AA5-55BCE870555D}"/>
              </a:ext>
            </a:extLst>
          </p:cNvPr>
          <p:cNvPicPr>
            <a:picLocks noChangeAspect="1"/>
          </p:cNvPicPr>
          <p:nvPr/>
        </p:nvPicPr>
        <p:blipFill>
          <a:blip r:embed="rId2"/>
          <a:stretch>
            <a:fillRect/>
          </a:stretch>
        </p:blipFill>
        <p:spPr>
          <a:xfrm>
            <a:off x="609600" y="1828800"/>
            <a:ext cx="11049000" cy="6629400"/>
          </a:xfrm>
          <a:prstGeom prst="rect">
            <a:avLst/>
          </a:prstGeom>
        </p:spPr>
      </p:pic>
      <p:sp>
        <p:nvSpPr>
          <p:cNvPr id="6" name="TextBox 5">
            <a:extLst>
              <a:ext uri="{FF2B5EF4-FFF2-40B4-BE49-F238E27FC236}">
                <a16:creationId xmlns:a16="http://schemas.microsoft.com/office/drawing/2014/main" id="{7DACBAEC-546F-F62B-81C1-272530EF4F94}"/>
              </a:ext>
            </a:extLst>
          </p:cNvPr>
          <p:cNvSpPr txBox="1"/>
          <p:nvPr/>
        </p:nvSpPr>
        <p:spPr>
          <a:xfrm>
            <a:off x="12496800" y="2512010"/>
            <a:ext cx="4724400" cy="5262979"/>
          </a:xfrm>
          <a:prstGeom prst="rect">
            <a:avLst/>
          </a:prstGeom>
          <a:noFill/>
        </p:spPr>
        <p:txBody>
          <a:bodyPr wrap="square" rtlCol="0">
            <a:spAutoFit/>
          </a:bodyPr>
          <a:lstStyle/>
          <a:p>
            <a:r>
              <a:rPr lang="en-US" sz="2800" dirty="0">
                <a:solidFill>
                  <a:schemeClr val="bg1"/>
                </a:solidFill>
              </a:rPr>
              <a:t>This query filters the directors table to return records for James Cameron, Luc Besson, and John Woo. The output displays only the matching directors, enabling focused analysis on well-known filmmakers. This is useful when performing director-specific insights or verifying the presence of key industry figures in the dataset</a:t>
            </a:r>
            <a:endParaRPr lang="en-IN" sz="280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62000">
              <a:srgbClr val="6B1124">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F2B574-F9EC-28B7-337A-FD2B8A7DF466}"/>
              </a:ext>
            </a:extLst>
          </p:cNvPr>
          <p:cNvSpPr txBox="1"/>
          <p:nvPr/>
        </p:nvSpPr>
        <p:spPr>
          <a:xfrm>
            <a:off x="838200" y="571500"/>
            <a:ext cx="12039600" cy="984885"/>
          </a:xfrm>
          <a:prstGeom prst="rect">
            <a:avLst/>
          </a:prstGeom>
          <a:noFill/>
        </p:spPr>
        <p:txBody>
          <a:bodyPr wrap="square" rtlCol="0">
            <a:spAutoFit/>
          </a:bodyPr>
          <a:lstStyle/>
          <a:p>
            <a:r>
              <a:rPr lang="en-IN" sz="4000" dirty="0">
                <a:solidFill>
                  <a:schemeClr val="bg1"/>
                </a:solidFill>
              </a:rPr>
              <a:t>E) Find all directors with name starting with S?</a:t>
            </a:r>
          </a:p>
          <a:p>
            <a:endParaRPr lang="en-IN" dirty="0"/>
          </a:p>
        </p:txBody>
      </p:sp>
      <p:pic>
        <p:nvPicPr>
          <p:cNvPr id="5" name="Picture 4">
            <a:extLst>
              <a:ext uri="{FF2B5EF4-FFF2-40B4-BE49-F238E27FC236}">
                <a16:creationId xmlns:a16="http://schemas.microsoft.com/office/drawing/2014/main" id="{E4AEB4AF-BA32-7D80-D767-D37C6F76AE82}"/>
              </a:ext>
            </a:extLst>
          </p:cNvPr>
          <p:cNvPicPr>
            <a:picLocks noChangeAspect="1"/>
          </p:cNvPicPr>
          <p:nvPr/>
        </p:nvPicPr>
        <p:blipFill>
          <a:blip r:embed="rId2"/>
          <a:stretch>
            <a:fillRect/>
          </a:stretch>
        </p:blipFill>
        <p:spPr>
          <a:xfrm>
            <a:off x="1066800" y="1532799"/>
            <a:ext cx="6954220" cy="7992590"/>
          </a:xfrm>
          <a:prstGeom prst="rect">
            <a:avLst/>
          </a:prstGeom>
        </p:spPr>
      </p:pic>
      <p:sp>
        <p:nvSpPr>
          <p:cNvPr id="6" name="TextBox 5">
            <a:extLst>
              <a:ext uri="{FF2B5EF4-FFF2-40B4-BE49-F238E27FC236}">
                <a16:creationId xmlns:a16="http://schemas.microsoft.com/office/drawing/2014/main" id="{E44D182A-B756-EE09-2CF9-C72DFD22C51F}"/>
              </a:ext>
            </a:extLst>
          </p:cNvPr>
          <p:cNvSpPr txBox="1"/>
          <p:nvPr/>
        </p:nvSpPr>
        <p:spPr>
          <a:xfrm>
            <a:off x="8458200" y="4152156"/>
            <a:ext cx="9601200" cy="1815882"/>
          </a:xfrm>
          <a:prstGeom prst="rect">
            <a:avLst/>
          </a:prstGeom>
          <a:noFill/>
        </p:spPr>
        <p:txBody>
          <a:bodyPr wrap="square" rtlCol="0">
            <a:spAutoFit/>
          </a:bodyPr>
          <a:lstStyle/>
          <a:p>
            <a:r>
              <a:rPr lang="en-US" sz="2800" dirty="0">
                <a:solidFill>
                  <a:schemeClr val="bg1"/>
                </a:solidFill>
              </a:rPr>
              <a:t>This query identifies directors whose names begin with the letter “S” using pattern matching. The output lists only those directors, supporting alphabetical categorization and name-based filtering. Such queries are useful in data profiling and exploratory analysis</a:t>
            </a:r>
            <a:r>
              <a:rPr lang="en-US" dirty="0"/>
              <a:t>.</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3DE952-ADF9-7760-1E09-78F38CB21E70}"/>
              </a:ext>
            </a:extLst>
          </p:cNvPr>
          <p:cNvSpPr txBox="1"/>
          <p:nvPr/>
        </p:nvSpPr>
        <p:spPr>
          <a:xfrm>
            <a:off x="914400" y="362086"/>
            <a:ext cx="7467600" cy="923330"/>
          </a:xfrm>
          <a:prstGeom prst="rect">
            <a:avLst/>
          </a:prstGeom>
          <a:noFill/>
        </p:spPr>
        <p:txBody>
          <a:bodyPr wrap="square" rtlCol="0">
            <a:spAutoFit/>
          </a:bodyPr>
          <a:lstStyle/>
          <a:p>
            <a:r>
              <a:rPr lang="en-IN" sz="3600" dirty="0">
                <a:solidFill>
                  <a:schemeClr val="bg1"/>
                </a:solidFill>
              </a:rPr>
              <a:t>F) Count female directors?</a:t>
            </a:r>
            <a:r>
              <a:rPr lang="en-IN" sz="3600" dirty="0"/>
              <a:t>.</a:t>
            </a:r>
          </a:p>
          <a:p>
            <a:endParaRPr lang="en-IN" dirty="0"/>
          </a:p>
        </p:txBody>
      </p:sp>
      <p:pic>
        <p:nvPicPr>
          <p:cNvPr id="5" name="Picture 4">
            <a:extLst>
              <a:ext uri="{FF2B5EF4-FFF2-40B4-BE49-F238E27FC236}">
                <a16:creationId xmlns:a16="http://schemas.microsoft.com/office/drawing/2014/main" id="{12A78CE7-3695-E01F-E292-77B7E116E541}"/>
              </a:ext>
            </a:extLst>
          </p:cNvPr>
          <p:cNvPicPr>
            <a:picLocks noChangeAspect="1"/>
          </p:cNvPicPr>
          <p:nvPr/>
        </p:nvPicPr>
        <p:blipFill>
          <a:blip r:embed="rId2"/>
          <a:stretch>
            <a:fillRect/>
          </a:stretch>
        </p:blipFill>
        <p:spPr>
          <a:xfrm>
            <a:off x="1066800" y="1485900"/>
            <a:ext cx="7620000" cy="7983064"/>
          </a:xfrm>
          <a:prstGeom prst="rect">
            <a:avLst/>
          </a:prstGeom>
        </p:spPr>
      </p:pic>
      <p:sp>
        <p:nvSpPr>
          <p:cNvPr id="6" name="TextBox 5">
            <a:extLst>
              <a:ext uri="{FF2B5EF4-FFF2-40B4-BE49-F238E27FC236}">
                <a16:creationId xmlns:a16="http://schemas.microsoft.com/office/drawing/2014/main" id="{A61DDDBE-14C2-F9FE-CACD-9F8A4600FDD7}"/>
              </a:ext>
            </a:extLst>
          </p:cNvPr>
          <p:cNvSpPr txBox="1"/>
          <p:nvPr/>
        </p:nvSpPr>
        <p:spPr>
          <a:xfrm>
            <a:off x="9572173" y="3619500"/>
            <a:ext cx="8001000" cy="2677656"/>
          </a:xfrm>
          <a:prstGeom prst="rect">
            <a:avLst/>
          </a:prstGeom>
          <a:noFill/>
        </p:spPr>
        <p:txBody>
          <a:bodyPr wrap="square" rtlCol="0">
            <a:spAutoFit/>
          </a:bodyPr>
          <a:lstStyle/>
          <a:p>
            <a:r>
              <a:rPr lang="en-US" sz="2800" dirty="0">
                <a:solidFill>
                  <a:schemeClr val="bg1"/>
                </a:solidFill>
              </a:rPr>
              <a:t>This query counts all directors identified as female based on the gender indicator. The output provides a single value that reflects gender representation within the dataset. This insight is useful for diversity analysis and high-level demographic reporting in the film industry</a:t>
            </a:r>
            <a:endParaRPr lang="en-IN" sz="2800"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4987AA-8477-318E-AF3E-11E6A9A6102C}"/>
              </a:ext>
            </a:extLst>
          </p:cNvPr>
          <p:cNvSpPr txBox="1"/>
          <p:nvPr/>
        </p:nvSpPr>
        <p:spPr>
          <a:xfrm>
            <a:off x="685800" y="419100"/>
            <a:ext cx="11734800" cy="923330"/>
          </a:xfrm>
          <a:prstGeom prst="rect">
            <a:avLst/>
          </a:prstGeom>
          <a:noFill/>
        </p:spPr>
        <p:txBody>
          <a:bodyPr wrap="square" rtlCol="0">
            <a:spAutoFit/>
          </a:bodyPr>
          <a:lstStyle/>
          <a:p>
            <a:r>
              <a:rPr lang="en-IN" sz="3600" dirty="0">
                <a:solidFill>
                  <a:schemeClr val="bg1"/>
                </a:solidFill>
                <a:latin typeface="+mj-lt"/>
              </a:rPr>
              <a:t>G) Find the name of the 10th first women directors?</a:t>
            </a:r>
          </a:p>
          <a:p>
            <a:endParaRPr lang="en-IN" dirty="0"/>
          </a:p>
        </p:txBody>
      </p:sp>
      <p:pic>
        <p:nvPicPr>
          <p:cNvPr id="5" name="Picture 4">
            <a:extLst>
              <a:ext uri="{FF2B5EF4-FFF2-40B4-BE49-F238E27FC236}">
                <a16:creationId xmlns:a16="http://schemas.microsoft.com/office/drawing/2014/main" id="{51E16BE2-7DCA-3A35-F100-5413ACE50D53}"/>
              </a:ext>
            </a:extLst>
          </p:cNvPr>
          <p:cNvPicPr>
            <a:picLocks noChangeAspect="1"/>
          </p:cNvPicPr>
          <p:nvPr/>
        </p:nvPicPr>
        <p:blipFill>
          <a:blip r:embed="rId2"/>
          <a:stretch>
            <a:fillRect/>
          </a:stretch>
        </p:blipFill>
        <p:spPr>
          <a:xfrm>
            <a:off x="838200" y="1351501"/>
            <a:ext cx="7240010" cy="8059275"/>
          </a:xfrm>
          <a:prstGeom prst="rect">
            <a:avLst/>
          </a:prstGeom>
        </p:spPr>
      </p:pic>
      <p:sp>
        <p:nvSpPr>
          <p:cNvPr id="6" name="TextBox 5">
            <a:extLst>
              <a:ext uri="{FF2B5EF4-FFF2-40B4-BE49-F238E27FC236}">
                <a16:creationId xmlns:a16="http://schemas.microsoft.com/office/drawing/2014/main" id="{3BAC496C-17DE-1E40-79C7-E17B8F145A0D}"/>
              </a:ext>
            </a:extLst>
          </p:cNvPr>
          <p:cNvSpPr txBox="1"/>
          <p:nvPr/>
        </p:nvSpPr>
        <p:spPr>
          <a:xfrm>
            <a:off x="8686800" y="3619500"/>
            <a:ext cx="8610600" cy="2246769"/>
          </a:xfrm>
          <a:prstGeom prst="rect">
            <a:avLst/>
          </a:prstGeom>
          <a:noFill/>
        </p:spPr>
        <p:txBody>
          <a:bodyPr wrap="square" rtlCol="0">
            <a:spAutoFit/>
          </a:bodyPr>
          <a:lstStyle/>
          <a:p>
            <a:r>
              <a:rPr lang="en-US" sz="2800" dirty="0">
                <a:solidFill>
                  <a:schemeClr val="bg1"/>
                </a:solidFill>
              </a:rPr>
              <a:t>This query retrieves the name of the 10th female director based on ascending order of director ID. The output highlights positional ranking within filtered data, demonstrating the use of ordering and pagination logic. It showcases advanced SQL control using LIMIT and OFFSET.</a:t>
            </a:r>
            <a:endParaRPr lang="en-IN" sz="2800"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CF0CB8-5F49-B9D4-8A3E-F500399796B7}"/>
              </a:ext>
            </a:extLst>
          </p:cNvPr>
          <p:cNvSpPr txBox="1"/>
          <p:nvPr/>
        </p:nvSpPr>
        <p:spPr>
          <a:xfrm>
            <a:off x="924490" y="342900"/>
            <a:ext cx="8839200" cy="923330"/>
          </a:xfrm>
          <a:prstGeom prst="rect">
            <a:avLst/>
          </a:prstGeom>
          <a:noFill/>
        </p:spPr>
        <p:txBody>
          <a:bodyPr wrap="square" rtlCol="0">
            <a:spAutoFit/>
          </a:bodyPr>
          <a:lstStyle/>
          <a:p>
            <a:r>
              <a:rPr lang="en-IN" sz="3600" dirty="0">
                <a:solidFill>
                  <a:schemeClr val="bg1"/>
                </a:solidFill>
                <a:latin typeface="+mj-lt"/>
              </a:rPr>
              <a:t>H) What are the 3 most popular movies?</a:t>
            </a:r>
          </a:p>
          <a:p>
            <a:endParaRPr lang="en-IN" dirty="0"/>
          </a:p>
        </p:txBody>
      </p:sp>
      <p:pic>
        <p:nvPicPr>
          <p:cNvPr id="5" name="Picture 4">
            <a:extLst>
              <a:ext uri="{FF2B5EF4-FFF2-40B4-BE49-F238E27FC236}">
                <a16:creationId xmlns:a16="http://schemas.microsoft.com/office/drawing/2014/main" id="{8DA7BF91-4561-108E-2627-87B4B41AAB20}"/>
              </a:ext>
            </a:extLst>
          </p:cNvPr>
          <p:cNvPicPr>
            <a:picLocks noChangeAspect="1"/>
          </p:cNvPicPr>
          <p:nvPr/>
        </p:nvPicPr>
        <p:blipFill>
          <a:blip r:embed="rId2"/>
          <a:stretch>
            <a:fillRect/>
          </a:stretch>
        </p:blipFill>
        <p:spPr>
          <a:xfrm>
            <a:off x="1046620" y="1266230"/>
            <a:ext cx="8097380" cy="8011643"/>
          </a:xfrm>
          <a:prstGeom prst="rect">
            <a:avLst/>
          </a:prstGeom>
        </p:spPr>
      </p:pic>
      <p:sp>
        <p:nvSpPr>
          <p:cNvPr id="6" name="TextBox 5">
            <a:extLst>
              <a:ext uri="{FF2B5EF4-FFF2-40B4-BE49-F238E27FC236}">
                <a16:creationId xmlns:a16="http://schemas.microsoft.com/office/drawing/2014/main" id="{28126759-9AAD-0874-27F5-60607B19EB51}"/>
              </a:ext>
            </a:extLst>
          </p:cNvPr>
          <p:cNvSpPr txBox="1"/>
          <p:nvPr/>
        </p:nvSpPr>
        <p:spPr>
          <a:xfrm>
            <a:off x="9763690" y="3543300"/>
            <a:ext cx="8019143" cy="2677656"/>
          </a:xfrm>
          <a:prstGeom prst="rect">
            <a:avLst/>
          </a:prstGeom>
          <a:noFill/>
        </p:spPr>
        <p:txBody>
          <a:bodyPr wrap="square" rtlCol="0">
            <a:spAutoFit/>
          </a:bodyPr>
          <a:lstStyle/>
          <a:p>
            <a:r>
              <a:rPr lang="en-US" sz="2800" dirty="0">
                <a:solidFill>
                  <a:schemeClr val="bg1"/>
                </a:solidFill>
              </a:rPr>
              <a:t>This query ranks movies by popularity score in descending order and returns the top three results. The output highlights the most widely recognized and audience-favored movies in the dataset. This analysis helps identify trending content and viewer preferences.</a:t>
            </a:r>
            <a:endParaRPr lang="en-IN" sz="2800"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EC2378-DB30-8890-4C16-1862AEF9B387}"/>
              </a:ext>
            </a:extLst>
          </p:cNvPr>
          <p:cNvSpPr txBox="1"/>
          <p:nvPr/>
        </p:nvSpPr>
        <p:spPr>
          <a:xfrm>
            <a:off x="838200" y="462248"/>
            <a:ext cx="9372600" cy="923330"/>
          </a:xfrm>
          <a:prstGeom prst="rect">
            <a:avLst/>
          </a:prstGeom>
          <a:noFill/>
        </p:spPr>
        <p:txBody>
          <a:bodyPr wrap="square" rtlCol="0">
            <a:spAutoFit/>
          </a:bodyPr>
          <a:lstStyle/>
          <a:p>
            <a:r>
              <a:rPr lang="en-IN" sz="3600" dirty="0">
                <a:solidFill>
                  <a:schemeClr val="bg1"/>
                </a:solidFill>
                <a:latin typeface="+mj-lt"/>
              </a:rPr>
              <a:t>I) What are the 3 most bankable movies?</a:t>
            </a:r>
          </a:p>
          <a:p>
            <a:endParaRPr lang="en-IN" dirty="0"/>
          </a:p>
        </p:txBody>
      </p:sp>
      <p:pic>
        <p:nvPicPr>
          <p:cNvPr id="5" name="Picture 4">
            <a:extLst>
              <a:ext uri="{FF2B5EF4-FFF2-40B4-BE49-F238E27FC236}">
                <a16:creationId xmlns:a16="http://schemas.microsoft.com/office/drawing/2014/main" id="{610845B5-AA97-0778-80ED-ABB44F4E53B6}"/>
              </a:ext>
            </a:extLst>
          </p:cNvPr>
          <p:cNvPicPr>
            <a:picLocks noChangeAspect="1"/>
          </p:cNvPicPr>
          <p:nvPr/>
        </p:nvPicPr>
        <p:blipFill>
          <a:blip r:embed="rId2"/>
          <a:stretch>
            <a:fillRect/>
          </a:stretch>
        </p:blipFill>
        <p:spPr>
          <a:xfrm>
            <a:off x="870857" y="1391021"/>
            <a:ext cx="8059275" cy="8030696"/>
          </a:xfrm>
          <a:prstGeom prst="rect">
            <a:avLst/>
          </a:prstGeom>
        </p:spPr>
      </p:pic>
      <p:sp>
        <p:nvSpPr>
          <p:cNvPr id="6" name="TextBox 5">
            <a:extLst>
              <a:ext uri="{FF2B5EF4-FFF2-40B4-BE49-F238E27FC236}">
                <a16:creationId xmlns:a16="http://schemas.microsoft.com/office/drawing/2014/main" id="{09ACACB8-F10E-7D42-1127-7B6CE402C4ED}"/>
              </a:ext>
            </a:extLst>
          </p:cNvPr>
          <p:cNvSpPr txBox="1"/>
          <p:nvPr/>
        </p:nvSpPr>
        <p:spPr>
          <a:xfrm>
            <a:off x="9361499" y="4263369"/>
            <a:ext cx="8610600" cy="2286000"/>
          </a:xfrm>
          <a:prstGeom prst="rect">
            <a:avLst/>
          </a:prstGeom>
          <a:noFill/>
        </p:spPr>
        <p:txBody>
          <a:bodyPr wrap="square" rtlCol="0">
            <a:spAutoFit/>
          </a:bodyPr>
          <a:lstStyle/>
          <a:p>
            <a:r>
              <a:rPr lang="en-US" sz="2800" dirty="0">
                <a:solidFill>
                  <a:schemeClr val="bg1"/>
                </a:solidFill>
              </a:rPr>
              <a:t>This query ranks movies based on total revenue earned and extracts the top three highest-grossing films. The output directly reflects commercial success and financial performance, making it valuable for business-oriented insights and profitability analysis.</a:t>
            </a:r>
            <a:endParaRPr lang="en-IN" sz="2800"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831833-3D8F-58AE-71CC-38928AE41D8E}"/>
              </a:ext>
            </a:extLst>
          </p:cNvPr>
          <p:cNvSpPr txBox="1"/>
          <p:nvPr/>
        </p:nvSpPr>
        <p:spPr>
          <a:xfrm>
            <a:off x="838200" y="393855"/>
            <a:ext cx="15773400" cy="923330"/>
          </a:xfrm>
          <a:prstGeom prst="rect">
            <a:avLst/>
          </a:prstGeom>
          <a:noFill/>
        </p:spPr>
        <p:txBody>
          <a:bodyPr wrap="square" rtlCol="0">
            <a:spAutoFit/>
          </a:bodyPr>
          <a:lstStyle/>
          <a:p>
            <a:r>
              <a:rPr lang="en-IN" sz="3600" dirty="0">
                <a:solidFill>
                  <a:schemeClr val="bg1"/>
                </a:solidFill>
                <a:latin typeface="+mj-lt"/>
              </a:rPr>
              <a:t>J) What is the most awarded average vote since the January 1st, 2000?</a:t>
            </a:r>
          </a:p>
          <a:p>
            <a:endParaRPr lang="en-IN" dirty="0"/>
          </a:p>
        </p:txBody>
      </p:sp>
      <p:pic>
        <p:nvPicPr>
          <p:cNvPr id="5" name="Picture 4">
            <a:extLst>
              <a:ext uri="{FF2B5EF4-FFF2-40B4-BE49-F238E27FC236}">
                <a16:creationId xmlns:a16="http://schemas.microsoft.com/office/drawing/2014/main" id="{0374E876-2506-4DF9-A01E-AFFABCA31FB5}"/>
              </a:ext>
            </a:extLst>
          </p:cNvPr>
          <p:cNvPicPr>
            <a:picLocks noChangeAspect="1"/>
          </p:cNvPicPr>
          <p:nvPr/>
        </p:nvPicPr>
        <p:blipFill>
          <a:blip r:embed="rId2"/>
          <a:stretch>
            <a:fillRect/>
          </a:stretch>
        </p:blipFill>
        <p:spPr>
          <a:xfrm>
            <a:off x="841829" y="1485900"/>
            <a:ext cx="9288171" cy="7849695"/>
          </a:xfrm>
          <a:prstGeom prst="rect">
            <a:avLst/>
          </a:prstGeom>
        </p:spPr>
      </p:pic>
      <p:sp>
        <p:nvSpPr>
          <p:cNvPr id="6" name="TextBox 5">
            <a:extLst>
              <a:ext uri="{FF2B5EF4-FFF2-40B4-BE49-F238E27FC236}">
                <a16:creationId xmlns:a16="http://schemas.microsoft.com/office/drawing/2014/main" id="{6D641BB1-C6AA-F166-FD58-06F40202C1DD}"/>
              </a:ext>
            </a:extLst>
          </p:cNvPr>
          <p:cNvSpPr txBox="1"/>
          <p:nvPr/>
        </p:nvSpPr>
        <p:spPr>
          <a:xfrm>
            <a:off x="10744200" y="3653998"/>
            <a:ext cx="7315200" cy="2677656"/>
          </a:xfrm>
          <a:prstGeom prst="rect">
            <a:avLst/>
          </a:prstGeom>
          <a:noFill/>
        </p:spPr>
        <p:txBody>
          <a:bodyPr wrap="square" rtlCol="0">
            <a:spAutoFit/>
          </a:bodyPr>
          <a:lstStyle/>
          <a:p>
            <a:r>
              <a:rPr lang="en-US" sz="2800" dirty="0">
                <a:solidFill>
                  <a:schemeClr val="bg1"/>
                </a:solidFill>
              </a:rPr>
              <a:t>This query filters movies released from the year 2000 onward and identifies the one with the highest average vote. The output highlights the most critically acclaimed modern movie, enabling quality-based evaluation while excluding older releases.</a:t>
            </a:r>
            <a:endParaRPr lang="en-IN" sz="2800"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165B1A86-2EB8-610D-DBDC-5229E52FA0A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AFE3281-B071-DA97-8A41-46E43B079EFA}"/>
              </a:ext>
            </a:extLst>
          </p:cNvPr>
          <p:cNvSpPr txBox="1"/>
          <p:nvPr/>
        </p:nvSpPr>
        <p:spPr>
          <a:xfrm>
            <a:off x="533400" y="723900"/>
            <a:ext cx="15849600" cy="984885"/>
          </a:xfrm>
          <a:prstGeom prst="rect">
            <a:avLst/>
          </a:prstGeom>
          <a:noFill/>
        </p:spPr>
        <p:txBody>
          <a:bodyPr wrap="square" rtlCol="0">
            <a:spAutoFit/>
          </a:bodyPr>
          <a:lstStyle/>
          <a:p>
            <a:r>
              <a:rPr lang="en-IN" sz="4000" dirty="0">
                <a:solidFill>
                  <a:schemeClr val="bg1"/>
                </a:solidFill>
              </a:rPr>
              <a:t>K) Which movies were directed by Brenda Chapman?</a:t>
            </a:r>
            <a:endParaRPr lang="en-IN" dirty="0"/>
          </a:p>
          <a:p>
            <a:endParaRPr lang="en-IN" dirty="0"/>
          </a:p>
        </p:txBody>
      </p:sp>
      <p:pic>
        <p:nvPicPr>
          <p:cNvPr id="8" name="Picture 7">
            <a:extLst>
              <a:ext uri="{FF2B5EF4-FFF2-40B4-BE49-F238E27FC236}">
                <a16:creationId xmlns:a16="http://schemas.microsoft.com/office/drawing/2014/main" id="{0008556D-0504-0637-7637-1F7B88F53EBE}"/>
              </a:ext>
            </a:extLst>
          </p:cNvPr>
          <p:cNvPicPr>
            <a:picLocks noChangeAspect="1"/>
          </p:cNvPicPr>
          <p:nvPr/>
        </p:nvPicPr>
        <p:blipFill>
          <a:blip r:embed="rId2"/>
          <a:stretch>
            <a:fillRect/>
          </a:stretch>
        </p:blipFill>
        <p:spPr>
          <a:xfrm>
            <a:off x="533400" y="1708785"/>
            <a:ext cx="10514521" cy="7890250"/>
          </a:xfrm>
          <a:prstGeom prst="rect">
            <a:avLst/>
          </a:prstGeom>
        </p:spPr>
      </p:pic>
      <p:sp>
        <p:nvSpPr>
          <p:cNvPr id="9" name="TextBox 8">
            <a:extLst>
              <a:ext uri="{FF2B5EF4-FFF2-40B4-BE49-F238E27FC236}">
                <a16:creationId xmlns:a16="http://schemas.microsoft.com/office/drawing/2014/main" id="{A8A4D860-E631-F675-9318-959B98C7F3FC}"/>
              </a:ext>
            </a:extLst>
          </p:cNvPr>
          <p:cNvSpPr txBox="1"/>
          <p:nvPr/>
        </p:nvSpPr>
        <p:spPr>
          <a:xfrm>
            <a:off x="11430000" y="3589228"/>
            <a:ext cx="6629400" cy="3108543"/>
          </a:xfrm>
          <a:prstGeom prst="rect">
            <a:avLst/>
          </a:prstGeom>
          <a:noFill/>
        </p:spPr>
        <p:txBody>
          <a:bodyPr wrap="square" rtlCol="0">
            <a:spAutoFit/>
          </a:bodyPr>
          <a:lstStyle/>
          <a:p>
            <a:r>
              <a:rPr lang="en-US" sz="2800" dirty="0">
                <a:solidFill>
                  <a:schemeClr val="bg1"/>
                </a:solidFill>
                <a:latin typeface="Calibri" panose="020F0502020204030204" pitchFamily="34" charset="0"/>
                <a:ea typeface="Calibri" panose="020F0502020204030204" pitchFamily="34" charset="0"/>
                <a:cs typeface="Calibri" panose="020F0502020204030204" pitchFamily="34" charset="0"/>
              </a:rPr>
              <a:t>This query joins the movies and directors tables to retrieve all films directed by Brenda Chapman. The output lists her movies along with release dates and ratings, providing a focused view of her filmography. This demonstrates effective use of table relationships for director-level analysis</a:t>
            </a:r>
            <a:endPar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710616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84FD9D9D-A332-8AEF-76B0-F996C7DD87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8678965-D1B9-C561-32E5-9DAF8C61A000}"/>
              </a:ext>
            </a:extLst>
          </p:cNvPr>
          <p:cNvSpPr txBox="1"/>
          <p:nvPr/>
        </p:nvSpPr>
        <p:spPr>
          <a:xfrm>
            <a:off x="674914" y="427520"/>
            <a:ext cx="10820400" cy="646331"/>
          </a:xfrm>
          <a:prstGeom prst="rect">
            <a:avLst/>
          </a:prstGeom>
          <a:noFill/>
        </p:spPr>
        <p:txBody>
          <a:bodyPr wrap="square" rtlCol="0">
            <a:spAutoFit/>
          </a:bodyPr>
          <a:lstStyle/>
          <a:p>
            <a:r>
              <a:rPr lang="en-IN" sz="3600" dirty="0">
                <a:solidFill>
                  <a:schemeClr val="bg1"/>
                </a:solidFill>
              </a:rPr>
              <a:t>L) Which director made the most movies?</a:t>
            </a:r>
            <a:endParaRPr lang="en-IN" sz="3600" dirty="0"/>
          </a:p>
        </p:txBody>
      </p:sp>
      <p:pic>
        <p:nvPicPr>
          <p:cNvPr id="5" name="Picture 4">
            <a:extLst>
              <a:ext uri="{FF2B5EF4-FFF2-40B4-BE49-F238E27FC236}">
                <a16:creationId xmlns:a16="http://schemas.microsoft.com/office/drawing/2014/main" id="{E60DA434-6187-3688-2FF5-C497B2CD5434}"/>
              </a:ext>
            </a:extLst>
          </p:cNvPr>
          <p:cNvPicPr>
            <a:picLocks noChangeAspect="1"/>
          </p:cNvPicPr>
          <p:nvPr/>
        </p:nvPicPr>
        <p:blipFill>
          <a:blip r:embed="rId2"/>
          <a:stretch>
            <a:fillRect/>
          </a:stretch>
        </p:blipFill>
        <p:spPr>
          <a:xfrm>
            <a:off x="674914" y="1333500"/>
            <a:ext cx="10983686" cy="6999573"/>
          </a:xfrm>
          <a:prstGeom prst="rect">
            <a:avLst/>
          </a:prstGeom>
        </p:spPr>
      </p:pic>
      <p:sp>
        <p:nvSpPr>
          <p:cNvPr id="6" name="TextBox 5">
            <a:extLst>
              <a:ext uri="{FF2B5EF4-FFF2-40B4-BE49-F238E27FC236}">
                <a16:creationId xmlns:a16="http://schemas.microsoft.com/office/drawing/2014/main" id="{A36BF052-5FAF-2BB4-AD50-9303321F67A7}"/>
              </a:ext>
            </a:extLst>
          </p:cNvPr>
          <p:cNvSpPr txBox="1"/>
          <p:nvPr/>
        </p:nvSpPr>
        <p:spPr>
          <a:xfrm>
            <a:off x="11963400" y="3589228"/>
            <a:ext cx="5954486" cy="3108543"/>
          </a:xfrm>
          <a:prstGeom prst="rect">
            <a:avLst/>
          </a:prstGeom>
          <a:noFill/>
        </p:spPr>
        <p:txBody>
          <a:bodyPr wrap="square" rtlCol="0">
            <a:spAutoFit/>
          </a:bodyPr>
          <a:lstStyle/>
          <a:p>
            <a:r>
              <a:rPr lang="en-US" sz="2800" dirty="0">
                <a:solidFill>
                  <a:schemeClr val="bg1"/>
                </a:solidFill>
              </a:rPr>
              <a:t>This query aggregates movie counts per director and identifies the one with the maximum number of films. The output reveals the most prolific director in the dataset, offering insight into productivity and career volume within the industry</a:t>
            </a:r>
            <a:r>
              <a:rPr lang="en-US" dirty="0"/>
              <a:t>.</a:t>
            </a:r>
            <a:endParaRPr lang="en-IN" dirty="0"/>
          </a:p>
        </p:txBody>
      </p:sp>
    </p:spTree>
    <p:extLst>
      <p:ext uri="{BB962C8B-B14F-4D97-AF65-F5344CB8AC3E}">
        <p14:creationId xmlns:p14="http://schemas.microsoft.com/office/powerpoint/2010/main" val="2388971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2D770BA5-4EAD-B6D3-5DF7-A1819A67B7D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12093B3-BE69-42E7-1298-77FFF96EB9E3}"/>
              </a:ext>
            </a:extLst>
          </p:cNvPr>
          <p:cNvSpPr txBox="1"/>
          <p:nvPr/>
        </p:nvSpPr>
        <p:spPr>
          <a:xfrm>
            <a:off x="609600" y="234438"/>
            <a:ext cx="8915400" cy="923330"/>
          </a:xfrm>
          <a:prstGeom prst="rect">
            <a:avLst/>
          </a:prstGeom>
          <a:noFill/>
        </p:spPr>
        <p:txBody>
          <a:bodyPr wrap="square" rtlCol="0">
            <a:spAutoFit/>
          </a:bodyPr>
          <a:lstStyle/>
          <a:p>
            <a:r>
              <a:rPr lang="en-IN" sz="3600" dirty="0">
                <a:solidFill>
                  <a:schemeClr val="bg1"/>
                </a:solidFill>
                <a:latin typeface="+mj-lt"/>
              </a:rPr>
              <a:t>M) Which director is the most bankable?</a:t>
            </a:r>
          </a:p>
          <a:p>
            <a:endParaRPr lang="en-IN" dirty="0"/>
          </a:p>
        </p:txBody>
      </p:sp>
      <p:pic>
        <p:nvPicPr>
          <p:cNvPr id="5" name="Picture 4">
            <a:extLst>
              <a:ext uri="{FF2B5EF4-FFF2-40B4-BE49-F238E27FC236}">
                <a16:creationId xmlns:a16="http://schemas.microsoft.com/office/drawing/2014/main" id="{8C81080F-8BB6-F149-C0FC-B5F579F945C0}"/>
              </a:ext>
            </a:extLst>
          </p:cNvPr>
          <p:cNvPicPr>
            <a:picLocks noChangeAspect="1"/>
          </p:cNvPicPr>
          <p:nvPr/>
        </p:nvPicPr>
        <p:blipFill>
          <a:blip r:embed="rId2"/>
          <a:stretch>
            <a:fillRect/>
          </a:stretch>
        </p:blipFill>
        <p:spPr>
          <a:xfrm>
            <a:off x="609600" y="1157768"/>
            <a:ext cx="11277600" cy="6292190"/>
          </a:xfrm>
          <a:prstGeom prst="rect">
            <a:avLst/>
          </a:prstGeom>
        </p:spPr>
      </p:pic>
      <p:sp>
        <p:nvSpPr>
          <p:cNvPr id="6" name="TextBox 5">
            <a:extLst>
              <a:ext uri="{FF2B5EF4-FFF2-40B4-BE49-F238E27FC236}">
                <a16:creationId xmlns:a16="http://schemas.microsoft.com/office/drawing/2014/main" id="{1490BAEA-8F1C-B10D-2252-DDC5707B50FB}"/>
              </a:ext>
            </a:extLst>
          </p:cNvPr>
          <p:cNvSpPr txBox="1"/>
          <p:nvPr/>
        </p:nvSpPr>
        <p:spPr>
          <a:xfrm>
            <a:off x="12496800" y="2705100"/>
            <a:ext cx="5486400" cy="3970318"/>
          </a:xfrm>
          <a:prstGeom prst="rect">
            <a:avLst/>
          </a:prstGeom>
          <a:noFill/>
        </p:spPr>
        <p:txBody>
          <a:bodyPr wrap="square" rtlCol="0">
            <a:spAutoFit/>
          </a:bodyPr>
          <a:lstStyle/>
          <a:p>
            <a:r>
              <a:rPr lang="en-US" sz="2800" dirty="0">
                <a:solidFill>
                  <a:schemeClr val="bg1"/>
                </a:solidFill>
              </a:rPr>
              <a:t>This query calculates the total revenue generated by each director’s movies and identifies the top performer. The output highlights the director with the highest cumulative box-office revenue, representing strong commercial impact and financial success in filmmaking.</a:t>
            </a:r>
            <a:endParaRPr lang="en-IN" sz="2800" dirty="0">
              <a:solidFill>
                <a:schemeClr val="bg1"/>
              </a:solidFill>
            </a:endParaRPr>
          </a:p>
        </p:txBody>
      </p:sp>
    </p:spTree>
    <p:extLst>
      <p:ext uri="{BB962C8B-B14F-4D97-AF65-F5344CB8AC3E}">
        <p14:creationId xmlns:p14="http://schemas.microsoft.com/office/powerpoint/2010/main" val="650392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2499356B-5009-EFAC-F0BD-488A77FD1C8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ED57EB6-A6B2-BFD8-68FD-F98BE342A511}"/>
              </a:ext>
            </a:extLst>
          </p:cNvPr>
          <p:cNvSpPr txBox="1"/>
          <p:nvPr/>
        </p:nvSpPr>
        <p:spPr>
          <a:xfrm>
            <a:off x="7543800" y="4076700"/>
            <a:ext cx="8763000" cy="707886"/>
          </a:xfrm>
          <a:prstGeom prst="rect">
            <a:avLst/>
          </a:prstGeom>
          <a:noFill/>
        </p:spPr>
        <p:txBody>
          <a:bodyPr wrap="square" rtlCol="0">
            <a:spAutoFit/>
          </a:bodyPr>
          <a:lstStyle/>
          <a:p>
            <a:r>
              <a:rPr lang="en-IN" sz="4000" dirty="0"/>
              <a:t>THANK YOU</a:t>
            </a:r>
          </a:p>
        </p:txBody>
      </p:sp>
    </p:spTree>
    <p:extLst>
      <p:ext uri="{BB962C8B-B14F-4D97-AF65-F5344CB8AC3E}">
        <p14:creationId xmlns:p14="http://schemas.microsoft.com/office/powerpoint/2010/main" val="496553174"/>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1C647B"/>
      </a:dk2>
      <a:lt2>
        <a:srgbClr val="98B7D3"/>
      </a:lt2>
      <a:accent1>
        <a:srgbClr val="274FA4"/>
      </a:accent1>
      <a:accent2>
        <a:srgbClr val="48A8D0"/>
      </a:accent2>
      <a:accent3>
        <a:srgbClr val="53B18F"/>
      </a:accent3>
      <a:accent4>
        <a:srgbClr val="D78D38"/>
      </a:accent4>
      <a:accent5>
        <a:srgbClr val="BA3F51"/>
      </a:accent5>
      <a:accent6>
        <a:srgbClr val="AE52D9"/>
      </a:accent6>
      <a:hlink>
        <a:srgbClr val="2AA2DA"/>
      </a:hlink>
      <a:folHlink>
        <a:srgbClr val="76A3B8"/>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docProps/app.xml><?xml version="1.0" encoding="utf-8"?>
<Properties xmlns="http://schemas.openxmlformats.org/officeDocument/2006/extended-properties" xmlns:vt="http://schemas.openxmlformats.org/officeDocument/2006/docPropsVTypes">
  <Template>Droplet</Template>
  <TotalTime>103</TotalTime>
  <Words>760</Words>
  <Application>Microsoft Office PowerPoint</Application>
  <PresentationFormat>Custom</PresentationFormat>
  <Paragraphs>32</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Calibri</vt:lpstr>
      <vt:lpstr>Poppins Light</vt:lpstr>
      <vt:lpstr>Arial</vt:lpstr>
      <vt:lpstr>Poppins Medium</vt:lpstr>
      <vt:lpstr>Tw Cen MT</vt:lpstr>
      <vt:lpstr>Inter Extra-Light</vt:lpstr>
      <vt:lpstr>Droplet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hruthiksh</dc:creator>
  <cp:lastModifiedBy>shhruthik192@gmail.com</cp:lastModifiedBy>
  <cp:revision>2</cp:revision>
  <dcterms:created xsi:type="dcterms:W3CDTF">2006-08-16T00:00:00Z</dcterms:created>
  <dcterms:modified xsi:type="dcterms:W3CDTF">2026-01-10T09:20:35Z</dcterms:modified>
  <dc:identifier>DAG9_3Q3DGk</dc:identifier>
</cp:coreProperties>
</file>